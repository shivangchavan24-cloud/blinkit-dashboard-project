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62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3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53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1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74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6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5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6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9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1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3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6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Blinkit Sales Dashboard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Shivang Chavan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Sales: 1.20M</a:t>
            </a:r>
          </a:p>
          <a:p>
            <a:r>
              <a:t>• Average Sales: 141</a:t>
            </a:r>
          </a:p>
          <a:p>
            <a:r>
              <a:t>• Total Items: 8,523</a:t>
            </a:r>
          </a:p>
          <a:p>
            <a:r>
              <a:t>• Average Rating: 3.92</a:t>
            </a:r>
          </a:p>
          <a:p>
            <a:endParaRPr/>
          </a:p>
          <a:p>
            <a:r>
              <a:t>The dashboard provides insights into sales performance, outlet distribution, product categories, and customer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Outlet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Supermarket Type1 contributes the highest sales (7,87,549.89).</a:t>
            </a:r>
          </a:p>
          <a:p>
            <a:r>
              <a:t>• Grocery Stores contribute 1,51,939.15 in sales.</a:t>
            </a:r>
          </a:p>
          <a:p>
            <a:r>
              <a:t>• Supermarket Type2 &amp; Type3 show moderate performance.</a:t>
            </a:r>
          </a:p>
          <a:p>
            <a:r>
              <a:t>• Average rating across outlets remains around 3.9.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Tier 3 locations generate the highest sales (472.13K).</a:t>
            </a:r>
          </a:p>
          <a:p>
            <a:r>
              <a:t>• Tier 2 follows with 393.15K.</a:t>
            </a:r>
          </a:p>
          <a:p>
            <a:r>
              <a:t>• Tier 1 contributes 336.40K.</a:t>
            </a:r>
          </a:p>
          <a:p>
            <a:endParaRPr/>
          </a:p>
          <a:p>
            <a:r>
              <a:t>Higher sales in Tier 3 indicate strong demand in developing regions.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Outlet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Medium outlets contribute the highest share (42.27%).</a:t>
            </a:r>
          </a:p>
          <a:p>
            <a:r>
              <a:t>• Small outlets contribute 37%.</a:t>
            </a:r>
          </a:p>
          <a:p>
            <a:r>
              <a:t>• High-size outlets contribute 20.72%.</a:t>
            </a:r>
          </a:p>
          <a:p>
            <a:endParaRPr/>
          </a:p>
          <a:p>
            <a:r>
              <a:t>Medium-sized stores are the most profitable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Establishment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peaked around 2015–2020 period.</a:t>
            </a:r>
          </a:p>
          <a:p>
            <a:r>
              <a:t>• 2010 establishments show steady contribution.</a:t>
            </a:r>
          </a:p>
          <a:p>
            <a:r>
              <a:t>• Recent outlets are gradually increasing in sales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Item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Highest performing categories: Household, Dairy, Starchy Foods.</a:t>
            </a:r>
          </a:p>
          <a:p>
            <a:r>
              <a:t>• Moderate performance: Snacks, Fruits, Seafood.</a:t>
            </a:r>
          </a:p>
          <a:p>
            <a:r>
              <a:t>• Lower sales: Baking, Health Drinks, Soft Drinks.</a:t>
            </a:r>
          </a:p>
          <a:p>
            <a:endParaRPr/>
          </a:p>
          <a:p>
            <a:r>
              <a:t>Product diversification supports consistent overall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Blinkit shows strong overall sales performance (1.20M).</a:t>
            </a:r>
          </a:p>
          <a:p>
            <a:r>
              <a:t>• Tier 3 and Medium outlets drive maximum revenue.</a:t>
            </a:r>
          </a:p>
          <a:p>
            <a:r>
              <a:t>• Supermarket Type1 is the top-performing outlet category.</a:t>
            </a:r>
          </a:p>
          <a:p>
            <a:r>
              <a:t>• Customer ratings are consistently stable (3.9 average).</a:t>
            </a:r>
          </a:p>
          <a:p>
            <a:endParaRPr/>
          </a:p>
          <a:p>
            <a:r>
              <a:t>The dashboard highlights key areas for business growth and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</TotalTime>
  <Words>286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Blinkit Sales Dashboard Report</vt:lpstr>
      <vt:lpstr>Dashboard Overview</vt:lpstr>
      <vt:lpstr>Sales by Outlet Type</vt:lpstr>
      <vt:lpstr>Sales by Location</vt:lpstr>
      <vt:lpstr>Sales by Outlet Size</vt:lpstr>
      <vt:lpstr>Sales by Establishment Year</vt:lpstr>
      <vt:lpstr>Sales by Item Type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shivang chavan</cp:lastModifiedBy>
  <cp:revision>2</cp:revision>
  <dcterms:created xsi:type="dcterms:W3CDTF">2013-01-27T09:14:16Z</dcterms:created>
  <dcterms:modified xsi:type="dcterms:W3CDTF">2026-03-03T12:28:51Z</dcterms:modified>
  <cp:category/>
</cp:coreProperties>
</file>